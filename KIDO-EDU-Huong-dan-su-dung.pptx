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590F"/>
          </a:solidFill>
          <a:ln/>
        </p:spPr>
      </p:sp>
      <p:pic>
        <p:nvPicPr>
          <p:cNvPr id="3" name="Image 0" descr="F:/checkin/src/static/log-c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8C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KIDO EDU  MINI APP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697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Hướng dẫn sử dụng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C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Dành cho Giáo viên và Nhân sự — chấm công, lịch dạy, thu nhập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Minh hoạ bằng ảnh chụp trực tiếp từ ứng dụng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BẮT ĐẦU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Chuẩn bị trước khi sử dụng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Điện thoại đã cài Zalo và có kết nối Internet ổn định.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khoản KIDO EDU gồm số điện thoại và mật khẩu.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Quyền truy cập vị trí được bật cho Zalo khi check-in hoặc check-out.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Quyền dùng máy ảnh/thư viện ảnh nếu muốn gửi ảnh minh chứng buổi học.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9893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 App chỉ lưu phiên đăng nhập, không lưu mật khẩu. Nếu đang dùng mật khẩu mặc định 123456, hãy liên hệ phòng Nhân sự.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TRANG CHỦ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Trang chủ công khai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Xem trước các tiện ích số mà không cần đăng nhập.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 tiện ích chính: Lịch dạy của tôi, Chấm công, Thu nhập của tôi.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bất kỳ tiện ích nào, biểu tượng chuông, hoặc Đăng nhập ở thanh dưới để bắt đầu đăng nhập.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ĐĂNG NHẬP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Đăng nhập vào hệ thống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02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Mở KIDO EDU Mini App trong Zalo.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Tại Trang chủ, chọn một tiện ích, biểu tượng chuông hoặc Đăng nhập.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Nhập Số điện thoại và Mật khẩu.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Chọn Đăng nhập.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5989320"/>
            <a:ext cx="757397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5989320"/>
            <a:ext cx="7299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khoản giáo viên mở đúng tiện ích vừa chọn · Tài khoản Nhân sự chuyển thẳng đến màn hình Chi tiết chấm công.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ĐĂNG XUẤT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Sau khi đăng nhập &amp; Đăng xuất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08-home-logged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Phiên đăng nhập còn hạn sẽ được dùng lại ở lần mở app tiếp theo.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viên: chọn biểu tượng đăng xuất góc trên bên phải, hoặc vào Cá nhân › Đăng xuất.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Nhân sự: chọn Đăng xuất ở góc trên bên phải màn hình.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Xem lịch dạy — Thời khoá biểu tuần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03-teacher-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Chọn Lịch của tôi ở thanh điều hướng dưới.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Chọn cách xem Ngày, Tuần hoặc Tháng.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Dùng nút mũi tên hoặc bộ chọn ngày để chuyển thời gian.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Nếu dạy nhiều trường, dùng bộ lọc Trường để thu gọn danh sách.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Chạm vào một buổi dạy chính thức để xem chi tiết.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5989320"/>
            <a:ext cx="757397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5989320"/>
            <a:ext cx="7299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Buổi có nhãn Dự kiến được tạo từ lịch tuần, chưa phải buổi dạy chính thức và không thể mở chi tiết.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THAM KHẢO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Ý nghĩa trạng thái buổi dạy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8168335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Trạng thái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59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Ý nghĩa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59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Chưa chấm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Buổi dạy chưa được Nhân sự chốt trạng thái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 dạy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 đã xác nhận giáo viên có dạy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Vắng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Giáo viên không thực hiện buổi dạy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Nghỉ có phép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Buổi nghỉ đã được ghi nhận có phép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Đã huỷ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Buổi dạy đã huỷ, không cần chấm công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Dự kiến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Lịch tham khảo, chưa phải buổi chính thức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KIDO EDU Mini App — Hướng dẫn sử dụng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Xem lịch theo Ngày và Tháng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43119"/>
            <a:ext cx="2514600" cy="5228961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27000" dist="38100" dir="5400000">
              <a:srgbClr val="211C15">
                <a:alpha val="16000"/>
              </a:srgbClr>
            </a:outerShdw>
          </a:effectLst>
        </p:spPr>
      </p:sp>
      <p:pic>
        <p:nvPicPr>
          <p:cNvPr id="6" name="Image 0" descr="screenshots\11-schedule-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34559"/>
            <a:ext cx="2331720" cy="50460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317801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Ngày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043119"/>
            <a:ext cx="2514600" cy="5228961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27000" dist="38100" dir="5400000">
              <a:srgbClr val="211C15">
                <a:alpha val="16000"/>
              </a:srgbClr>
            </a:outerShdw>
          </a:effectLst>
        </p:spPr>
      </p:sp>
      <p:pic>
        <p:nvPicPr>
          <p:cNvPr id="9" name="Image 1" descr="screenshots\13-schedule-mon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34559"/>
            <a:ext cx="2331720" cy="50460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6317801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Tháng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26480" y="1737360"/>
            <a:ext cx="54251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4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Chế độ Ngày liệt kê từng buổi dạy trong ngày, kèm tổng buổi, số tiết và tổng tiền.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4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Chế độ Tháng hiển thị lịch dạng ô ngày với chấm màu theo trạng thái; chạm một ngày để xem danh sách buổi dạy bên dưới.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4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hình tổng hợp luôn hiển thị số buổi chính thức, số tiết và tổng tiền dự kiến trong khoảng đang xem.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KIDO EDU Mini App — Hướng dẫn sử dụng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 tiết buổi dạy &amp; Check-in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12-session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Vào Chấm công › Hôm nay, hoặc mở buổi dạy từ Lịch của tôi.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Chọn đúng buổi dạy.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Chọn Check-in.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Khi Zalo hỏi quyền vị trí, chọn Cho phép.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Chờ thông báo Check-in thành công rồi mới đóng màn hình.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5989320"/>
            <a:ext cx="757397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5989320"/>
            <a:ext cx="7299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Nếu ở ngoài bán kính cho phép, app hiển thị khoảng cách và yêu cầu xác nhận; buổi sẽ bị đánh dấu Ngoài vùng để Nhân sự kiểm tra.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Check-out và hoàn thành buổi dạy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Mở lại buổi đã check-in.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Chọn Check-out.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Nhập Tên bài học (bắt buộc, tối đa 255 ký tự).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Nhập Đánh giá buổi học (bắt buộc, tối đa 2.000 ký tự).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Chọn ảnh minh chứng nếu cần — tối đa 10 ảnh, JPEG/PNG/WebP, mỗi ảnh ≤ 10 MB.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Chọn Xác nhận Check-out và cho phép lấy vị trí.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9893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đóng app khi đang xác định vị trí hoặc tải ảnh. Nếu gửi thất bại, nội dung và ảnh vẫn được giữ để thử lại.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Xem lịch sử chấm công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04-teacher-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Chọn Chấm công › Lịch sử.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Chuyển đến tháng cần xem.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Kiểm tra ba chỉ số: Đã check-in, Thiếu check-out và Ngoài vùng.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Chạm vào từng buổi để xem giờ check-in/check-out và khoảng cách nếu bị đánh dấu ngoài vùng.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5989320"/>
            <a:ext cx="757397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5989320"/>
            <a:ext cx="7299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Trạng thái Có dạy, Vắng hoặc Huỷ do phòng Nhân sự chốt sau buổi dạy; check-in/check-out không tự thay thế bước xác nhận này.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Báo không thể dạy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14-decline-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Mở chi tiết buổi dạy.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Chọn Tôi không thể dạy buổi này.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Nhập lý do từ 5 đến 500 ký tự.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Chọn Gửi yêu cầu người thay thế.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5989320"/>
            <a:ext cx="757397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5989320"/>
            <a:ext cx="7299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áp dụng cho buổi đã phân công, chưa check-in, chưa huỷ và có ngày dạy từ hôm nay trở đi.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Xem thu nhập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05-teacher-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Thu nhập ở thanh điều hướng dưới, hoặc Cá nhân › Thu nhập của tôi.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Dùng mũi tên để xem tháng hiện tại hoặc các tháng trước.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Chuyển giữa Đã chấm công và Chưa chấm công.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Buổi Có dạy được tính khi có số tiền do hệ thống trả về; buổi Vắng và Đã huỷ không được cộng vào tổng.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5989320"/>
            <a:ext cx="757397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5989320"/>
            <a:ext cx="7299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 nhập hiển thị là số tạm tính dựa trên dữ liệu đã được Nhân sự xác nhận.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Xem thông báo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06-notifications-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Chọn biểu tượng chuông ở đầu màn hình.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Chuyển giữa Chưa đọc và Đã đọc.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Chạm vào một thông báo chưa đọc để đánh dấu đã đọc.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Chọn Đọc tất cả để đánh dấu toàn bộ là đã đọc.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Hồ sơ cá nhân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09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Về Trang chủ và chọn Cá nhân.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Xem số điện thoại, email và truy cập nhanh Thu nhập của tôi.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ảnh đại diện hoặc Chỉnh sửa thông tin để cập nhật.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5989320"/>
            <a:ext cx="757397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5989320"/>
            <a:ext cx="7299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Đổi mật khẩu và Đăng ký FaceID hiện chưa khả dụng trên Mini App.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 · GIÁO VIÊN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Chỉnh sửa thông tin cá nhân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30118"/>
            <a:ext cx="3008376" cy="6254965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  <a:effectLst>
            <a:outerShdw sx="100000" sy="100000" kx="0" ky="0" algn="bl" rotWithShape="0" blurRad="152400" dist="50800" dir="5400000">
              <a:srgbClr val="211C15">
                <a:alpha val="18000"/>
              </a:srgbClr>
            </a:outerShdw>
          </a:effectLst>
        </p:spPr>
      </p:sp>
      <p:pic>
        <p:nvPicPr>
          <p:cNvPr id="6" name="Image 0" descr="screenshots\10-profile-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9846"/>
            <a:ext cx="2788920" cy="6035509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77640" y="1691640"/>
            <a:ext cx="757397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Chọn ảnh đại diện hoặc Chỉnh sửa thông tin.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Cập nhật họ tên, số điện thoại, email hoặc ảnh đại diện.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Chọn Lưu thay đổi.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5989320"/>
            <a:ext cx="757397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0" y="5989320"/>
            <a:ext cx="7299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thay đổi chỉ được lưu trên thiết bị hiện tại, chưa cập nhật vào hồ sơ Nhân sự.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NHÂN SỰ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Hướng dẫn dành cho Nhân sự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 khi đăng nhập bằng tài khoản có quyền Nhân sự, app mở thẳng màn hình Chi tiết chấm công.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Xem theo tháng: bảng tổng hợp thanh toán (tiền tiết dạy, chi phí khác, tổng thanh toán) và danh sách buổi dạy.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Chốt một buổi dạy: chọn Trạng thái phù hợp, nhập Ghi chú chấm công, thêm/sửa Chi phí khác, rồi chọn Lưu.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 chi phí khác: chọn nhanh Xăng xe / Phụ cấp / Khoản khác, hoặc nhập tuỳ chỉnh — tối đa 20 khoản/buổi.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hàng loạt: đánh dấu nhiều buổi, chỉnh trạng thái/ghi chú/chi phí rồi chọn Lưu hàng loạt (n).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9893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BF1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phí chỉ được cộng vào bảng thanh toán khi buổi ở trạng thái Có dạy. Nút Áp dụng chỉ cập nhật bản nháp — cần Lưu để hoàn tất.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QUY TRÌNH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Quy trình chấm công khuyến nghị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529574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73152" cy="2148840"/>
          </a:xfrm>
          <a:prstGeom prst="rect">
            <a:avLst/>
          </a:prstGeom>
          <a:solidFill>
            <a:srgbClr val="E1590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48385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Trước buổi dạy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50592"/>
            <a:ext cx="48385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tra ngày, giờ, trường, lớp trong Lịch của tôi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Bật định vị &amp; cấp quyền vị trí cho Zalo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bận sớm nếu không thể dạy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5868" y="1737360"/>
            <a:ext cx="529574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5868" y="1737360"/>
            <a:ext cx="73152" cy="2148840"/>
          </a:xfrm>
          <a:prstGeom prst="rect">
            <a:avLst/>
          </a:prstGeom>
          <a:solidFill>
            <a:srgbClr val="E1590F"/>
          </a:solidFill>
          <a:ln/>
        </p:spPr>
      </p:sp>
      <p:sp>
        <p:nvSpPr>
          <p:cNvPr id="12" name="Text 10"/>
          <p:cNvSpPr/>
          <p:nvPr/>
        </p:nvSpPr>
        <p:spPr>
          <a:xfrm>
            <a:off x="6484468" y="1874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84468" y="2121408"/>
            <a:ext cx="48385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Khi đến trường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4468" y="2450592"/>
            <a:ext cx="48385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đúng buổi dạy và check-in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Xác nhận app đã hiển thị giờ check-in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29574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206240"/>
            <a:ext cx="73152" cy="2148840"/>
          </a:xfrm>
          <a:prstGeom prst="rect">
            <a:avLst/>
          </a:prstGeom>
          <a:solidFill>
            <a:srgbClr val="E1590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43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590288"/>
            <a:ext cx="48385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Sau buổi dạy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919472"/>
            <a:ext cx="48385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Check-out ngay tại điểm trường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Nhập tên bài học và đánh giá đầy đủ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Đính kèm ảnh minh chứng nếu cần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55868" y="4206240"/>
            <a:ext cx="529574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5868" y="4206240"/>
            <a:ext cx="73152" cy="2148840"/>
          </a:xfrm>
          <a:prstGeom prst="rect">
            <a:avLst/>
          </a:prstGeom>
          <a:solidFill>
            <a:srgbClr val="E1590F"/>
          </a:solidFill>
          <a:ln/>
        </p:spPr>
      </p:sp>
      <p:sp>
        <p:nvSpPr>
          <p:cNvPr id="22" name="Text 20"/>
          <p:cNvSpPr/>
          <p:nvPr/>
        </p:nvSpPr>
        <p:spPr>
          <a:xfrm>
            <a:off x="6484468" y="4343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84468" y="4590288"/>
            <a:ext cx="48385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Cuối ngày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84468" y="4919472"/>
            <a:ext cx="48385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Chấm công › Lịch sử kiểm tra buổi thiếu check-out / ngoài vùng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211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Liên hệ Nhân sự nếu dữ liệu chưa đúng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KIDO EDU Mini App — Hướng dẫn sử dụng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SỰ CỐ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Xử lý sự cố thường gặp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4297680"/>
        </p:xfrm>
        <a:graphic>
          <a:graphicData uri="http://schemas.openxmlformats.org/drawingml/2006/table">
            <a:tbl>
              <a:tblPr/>
              <a:tblGrid>
                <a:gridCol w="3291840"/>
                <a:gridCol w="7619695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Hiện tượng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Cách xử lý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đăng nhập được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Kiểm tra số điện thoại, mật khẩu và kết nối mạng; liên hệ Nhân sự nếu quên mật khẩu hoặc chưa được cấp quyền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Phiên đăng nhập hết hạn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Đăng nhập lại bằng số điện thoại và mật khẩu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Hiện "Chưa có hồ sơ giáo viên"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Liên hệ Nhân sự để gắn tài khoản với hồ sơ giáo viên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lấy được vị trí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Bật GPS, cấp quyền vị trí cho Zalo, di chuyển đến nơi thoáng và thử lại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Bị cảnh báo ngoài vùng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Kiểm tra đúng trường; di chuyển gần điểm trường rồi thử lại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KIDO EDU Mini App — Hướng dẫn sử dụng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59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SỰ CỐ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C1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Xử lý sự cố thường gặp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0"/>
          </a:xfrm>
          <a:prstGeom prst="line">
            <a:avLst/>
          </a:prstGeom>
          <a:noFill/>
          <a:ln w="12700">
            <a:solidFill>
              <a:srgbClr val="E7DFD0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4297680"/>
        </p:xfrm>
        <a:graphic>
          <a:graphicData uri="http://schemas.openxmlformats.org/drawingml/2006/table">
            <a:tbl>
              <a:tblPr/>
              <a:tblGrid>
                <a:gridCol w="3291840"/>
                <a:gridCol w="7619695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Hiện tượng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Cách xử lý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Thiếu check-out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Vào Chấm công › Lịch sử, mở buổi tương ứng và hoàn tất nếu app cho phép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gửi được ảnh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Kiểm tra định dạng, số lượng, dung lượng từng ảnh và kết nối mạng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Thu nhập chưa hiển thị hoặc bằng 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Kiểm tra trạng thái buổi; chờ Nhân sự xác nhận đơn giá/thành tiền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thấy dữ liệu mới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1C1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Kết nối lại mạng, đổi màn hình/tháng để tải lại hoặc chọn Thử lại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KIDO EDU Mini App — Hướng dẫn sử dụng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6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590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8C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· LƯU Ý BẢO MẬT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chia sẻ mật khẩu hoặc mã đăng nhập cho người khác.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xuất sau khi dùng trên thiết bị không phải của bạn.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cấp quyền vị trí và ảnh khi đang thực hiện thao tác liên quan.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tra đúng buổi dạy trước khi check-in, check-out hoặc gửi yêu cầu người thay thế.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CA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Cảm ơn bạn đã sử dụng KIDO EDU Mini 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KIDO 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sử dụng KIDO EDU Mini App</dc:title>
  <dc:subject>Hướng dẫn sử dụng Mini App</dc:subject>
  <dc:creator>KIDO EDU</dc:creator>
  <cp:lastModifiedBy>KIDO EDU</cp:lastModifiedBy>
  <cp:revision>1</cp:revision>
  <dcterms:created xsi:type="dcterms:W3CDTF">2026-08-15T01:21:59Z</dcterms:created>
  <dcterms:modified xsi:type="dcterms:W3CDTF">2026-08-15T01:21:59Z</dcterms:modified>
</cp:coreProperties>
</file>